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2" d="100"/>
          <a:sy n="62" d="100"/>
        </p:scale>
        <p:origin x="7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E78A-9348-4442-855B-D31F94DD318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85C0-8E0D-4579-BD17-6FCF18D9B6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014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E78A-9348-4442-855B-D31F94DD318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85C0-8E0D-4579-BD17-6FCF18D9B6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068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E78A-9348-4442-855B-D31F94DD318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85C0-8E0D-4579-BD17-6FCF18D9B6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16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E78A-9348-4442-855B-D31F94DD318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85C0-8E0D-4579-BD17-6FCF18D9B6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17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E78A-9348-4442-855B-D31F94DD318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85C0-8E0D-4579-BD17-6FCF18D9B6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58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E78A-9348-4442-855B-D31F94DD318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85C0-8E0D-4579-BD17-6FCF18D9B6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24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E78A-9348-4442-855B-D31F94DD318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85C0-8E0D-4579-BD17-6FCF18D9B6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256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E78A-9348-4442-855B-D31F94DD318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85C0-8E0D-4579-BD17-6FCF18D9B6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510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E78A-9348-4442-855B-D31F94DD318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85C0-8E0D-4579-BD17-6FCF18D9B6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644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E78A-9348-4442-855B-D31F94DD318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85C0-8E0D-4579-BD17-6FCF18D9B6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44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E78A-9348-4442-855B-D31F94DD318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85C0-8E0D-4579-BD17-6FCF18D9B6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500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7E78A-9348-4442-855B-D31F94DD318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285C0-8E0D-4579-BD17-6FCF18D9B6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47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374630"/>
              </p:ext>
            </p:extLst>
          </p:nvPr>
        </p:nvGraphicFramePr>
        <p:xfrm>
          <a:off x="657625" y="1409626"/>
          <a:ext cx="10354185" cy="4879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465">
                  <a:extLst>
                    <a:ext uri="{9D8B030D-6E8A-4147-A177-3AD203B41FA5}">
                      <a16:colId xmlns:a16="http://schemas.microsoft.com/office/drawing/2014/main" val="4005736246"/>
                    </a:ext>
                  </a:extLst>
                </a:gridCol>
                <a:gridCol w="1150465">
                  <a:extLst>
                    <a:ext uri="{9D8B030D-6E8A-4147-A177-3AD203B41FA5}">
                      <a16:colId xmlns:a16="http://schemas.microsoft.com/office/drawing/2014/main" val="2662924283"/>
                    </a:ext>
                  </a:extLst>
                </a:gridCol>
                <a:gridCol w="1150465">
                  <a:extLst>
                    <a:ext uri="{9D8B030D-6E8A-4147-A177-3AD203B41FA5}">
                      <a16:colId xmlns:a16="http://schemas.microsoft.com/office/drawing/2014/main" val="2530886962"/>
                    </a:ext>
                  </a:extLst>
                </a:gridCol>
                <a:gridCol w="1150465">
                  <a:extLst>
                    <a:ext uri="{9D8B030D-6E8A-4147-A177-3AD203B41FA5}">
                      <a16:colId xmlns:a16="http://schemas.microsoft.com/office/drawing/2014/main" val="403278912"/>
                    </a:ext>
                  </a:extLst>
                </a:gridCol>
                <a:gridCol w="1150465">
                  <a:extLst>
                    <a:ext uri="{9D8B030D-6E8A-4147-A177-3AD203B41FA5}">
                      <a16:colId xmlns:a16="http://schemas.microsoft.com/office/drawing/2014/main" val="1081824274"/>
                    </a:ext>
                  </a:extLst>
                </a:gridCol>
                <a:gridCol w="1150465">
                  <a:extLst>
                    <a:ext uri="{9D8B030D-6E8A-4147-A177-3AD203B41FA5}">
                      <a16:colId xmlns:a16="http://schemas.microsoft.com/office/drawing/2014/main" val="963995916"/>
                    </a:ext>
                  </a:extLst>
                </a:gridCol>
                <a:gridCol w="1150465">
                  <a:extLst>
                    <a:ext uri="{9D8B030D-6E8A-4147-A177-3AD203B41FA5}">
                      <a16:colId xmlns:a16="http://schemas.microsoft.com/office/drawing/2014/main" val="2275845698"/>
                    </a:ext>
                  </a:extLst>
                </a:gridCol>
                <a:gridCol w="1150465">
                  <a:extLst>
                    <a:ext uri="{9D8B030D-6E8A-4147-A177-3AD203B41FA5}">
                      <a16:colId xmlns:a16="http://schemas.microsoft.com/office/drawing/2014/main" val="2459181699"/>
                    </a:ext>
                  </a:extLst>
                </a:gridCol>
                <a:gridCol w="1150465">
                  <a:extLst>
                    <a:ext uri="{9D8B030D-6E8A-4147-A177-3AD203B41FA5}">
                      <a16:colId xmlns:a16="http://schemas.microsoft.com/office/drawing/2014/main" val="2693982704"/>
                    </a:ext>
                  </a:extLst>
                </a:gridCol>
              </a:tblGrid>
              <a:tr h="654933"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extLst>
                  <a:ext uri="{0D108BD9-81ED-4DB2-BD59-A6C34878D82A}">
                    <a16:rowId xmlns:a16="http://schemas.microsoft.com/office/drawing/2014/main" val="3430913583"/>
                  </a:ext>
                </a:extLst>
              </a:tr>
              <a:tr h="654933"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extLst>
                  <a:ext uri="{0D108BD9-81ED-4DB2-BD59-A6C34878D82A}">
                    <a16:rowId xmlns:a16="http://schemas.microsoft.com/office/drawing/2014/main" val="2574412104"/>
                  </a:ext>
                </a:extLst>
              </a:tr>
              <a:tr h="654933"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 smtClean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extLst>
                  <a:ext uri="{0D108BD9-81ED-4DB2-BD59-A6C34878D82A}">
                    <a16:rowId xmlns:a16="http://schemas.microsoft.com/office/drawing/2014/main" val="110388537"/>
                  </a:ext>
                </a:extLst>
              </a:tr>
              <a:tr h="654933"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 smtClean="0"/>
                    </a:p>
                    <a:p>
                      <a:pPr algn="ctr" latinLnBrk="1"/>
                      <a:r>
                        <a:rPr lang="en-US" altLang="ko-KR" sz="1400" dirty="0" smtClean="0"/>
                        <a:t>20</a:t>
                      </a:r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extLst>
                  <a:ext uri="{0D108BD9-81ED-4DB2-BD59-A6C34878D82A}">
                    <a16:rowId xmlns:a16="http://schemas.microsoft.com/office/drawing/2014/main" val="1147826217"/>
                  </a:ext>
                </a:extLst>
              </a:tr>
              <a:tr h="654933"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800" dirty="0" smtClean="0"/>
                    </a:p>
                    <a:p>
                      <a:pPr algn="ctr" latinLnBrk="1"/>
                      <a:r>
                        <a:rPr lang="ko-KR" altLang="en-US" sz="1800" dirty="0" smtClean="0"/>
                        <a:t>사과</a:t>
                      </a:r>
                      <a:endParaRPr lang="en-US" altLang="ko-KR" sz="1800" dirty="0" smtClean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800" dirty="0" smtClean="0"/>
                    </a:p>
                    <a:p>
                      <a:pPr algn="ctr" latinLnBrk="1"/>
                      <a:r>
                        <a:rPr lang="ko-KR" altLang="en-US" sz="1800" dirty="0" smtClean="0"/>
                        <a:t>포도</a:t>
                      </a:r>
                      <a:endParaRPr lang="ko-KR" altLang="en-US" sz="18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800" dirty="0" smtClean="0"/>
                    </a:p>
                    <a:p>
                      <a:pPr algn="ctr" latinLnBrk="1"/>
                      <a:r>
                        <a:rPr lang="ko-KR" altLang="en-US" sz="1800" dirty="0" smtClean="0"/>
                        <a:t>수박</a:t>
                      </a:r>
                      <a:endParaRPr lang="ko-KR" altLang="en-US" sz="18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extLst>
                  <a:ext uri="{0D108BD9-81ED-4DB2-BD59-A6C34878D82A}">
                    <a16:rowId xmlns:a16="http://schemas.microsoft.com/office/drawing/2014/main" val="990319896"/>
                  </a:ext>
                </a:extLst>
              </a:tr>
              <a:tr h="654933"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extLst>
                  <a:ext uri="{0D108BD9-81ED-4DB2-BD59-A6C34878D82A}">
                    <a16:rowId xmlns:a16="http://schemas.microsoft.com/office/drawing/2014/main" val="3878533227"/>
                  </a:ext>
                </a:extLst>
              </a:tr>
              <a:tr h="654933"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0x123</a:t>
                      </a:r>
                      <a:endParaRPr lang="ko-KR" altLang="en-US" sz="1800" dirty="0" smtClean="0"/>
                    </a:p>
                    <a:p>
                      <a:pPr algn="ctr" latinLnBrk="1"/>
                      <a:endParaRPr lang="ko-KR" altLang="en-US" sz="18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extLst>
                  <a:ext uri="{0D108BD9-81ED-4DB2-BD59-A6C34878D82A}">
                    <a16:rowId xmlns:a16="http://schemas.microsoft.com/office/drawing/2014/main" val="2442426468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6192656" y="3415720"/>
            <a:ext cx="1959452" cy="31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err="1" smtClean="0"/>
              <a:t>참조데이터</a:t>
            </a:r>
            <a:r>
              <a:rPr lang="ko-KR" altLang="en-US" dirty="0" smtClean="0"/>
              <a:t> 타입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045912" y="0"/>
            <a:ext cx="5967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0" i="1" dirty="0" smtClean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fruits =20</a:t>
            </a:r>
            <a:endParaRPr lang="ko-KR" alt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837361" y="5242919"/>
            <a:ext cx="1077238" cy="288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Dot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857566" y="3254248"/>
            <a:ext cx="1077238" cy="288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fruits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5296099" y="3888334"/>
            <a:ext cx="1077238" cy="288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0x123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6438863" y="3872836"/>
            <a:ext cx="1077238" cy="288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0x124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3045912" y="369332"/>
            <a:ext cx="5967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i="1" dirty="0" smtClean="0">
                <a:solidFill>
                  <a:srgbClr val="AAAAAA"/>
                </a:solidFill>
                <a:latin typeface="Consolas" panose="020B0609020204030204" pitchFamily="49" charset="0"/>
              </a:rPr>
              <a:t>Dot = fruit</a:t>
            </a:r>
            <a:endParaRPr lang="ko-KR" alt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598070" y="3891156"/>
            <a:ext cx="1077238" cy="288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0x125</a:t>
            </a:r>
            <a:endParaRPr lang="ko-KR" altLang="en-US" dirty="0"/>
          </a:p>
        </p:txBody>
      </p:sp>
      <p:cxnSp>
        <p:nvCxnSpPr>
          <p:cNvPr id="20" name="꺾인 연결선 19"/>
          <p:cNvCxnSpPr/>
          <p:nvPr/>
        </p:nvCxnSpPr>
        <p:spPr>
          <a:xfrm>
            <a:off x="2963325" y="3398297"/>
            <a:ext cx="2332774" cy="63408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8" idx="3"/>
          </p:cNvCxnSpPr>
          <p:nvPr/>
        </p:nvCxnSpPr>
        <p:spPr>
          <a:xfrm flipV="1">
            <a:off x="2914599" y="4160934"/>
            <a:ext cx="2381500" cy="12260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3045912" y="793859"/>
            <a:ext cx="5967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곱셈 기호 28"/>
          <p:cNvSpPr/>
          <p:nvPr/>
        </p:nvSpPr>
        <p:spPr>
          <a:xfrm>
            <a:off x="3595607" y="3254248"/>
            <a:ext cx="340962" cy="288098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/>
          <p:cNvCxnSpPr/>
          <p:nvPr/>
        </p:nvCxnSpPr>
        <p:spPr>
          <a:xfrm flipH="1" flipV="1">
            <a:off x="1069383" y="1012742"/>
            <a:ext cx="1286359" cy="2241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7625" y="480447"/>
            <a:ext cx="1199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기초 데이터 타입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6848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314590"/>
              </p:ext>
            </p:extLst>
          </p:nvPr>
        </p:nvGraphicFramePr>
        <p:xfrm>
          <a:off x="657625" y="1409626"/>
          <a:ext cx="10354185" cy="4879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465">
                  <a:extLst>
                    <a:ext uri="{9D8B030D-6E8A-4147-A177-3AD203B41FA5}">
                      <a16:colId xmlns:a16="http://schemas.microsoft.com/office/drawing/2014/main" val="4005736246"/>
                    </a:ext>
                  </a:extLst>
                </a:gridCol>
                <a:gridCol w="1150465">
                  <a:extLst>
                    <a:ext uri="{9D8B030D-6E8A-4147-A177-3AD203B41FA5}">
                      <a16:colId xmlns:a16="http://schemas.microsoft.com/office/drawing/2014/main" val="2662924283"/>
                    </a:ext>
                  </a:extLst>
                </a:gridCol>
                <a:gridCol w="1150465">
                  <a:extLst>
                    <a:ext uri="{9D8B030D-6E8A-4147-A177-3AD203B41FA5}">
                      <a16:colId xmlns:a16="http://schemas.microsoft.com/office/drawing/2014/main" val="2530886962"/>
                    </a:ext>
                  </a:extLst>
                </a:gridCol>
                <a:gridCol w="1150465">
                  <a:extLst>
                    <a:ext uri="{9D8B030D-6E8A-4147-A177-3AD203B41FA5}">
                      <a16:colId xmlns:a16="http://schemas.microsoft.com/office/drawing/2014/main" val="403278912"/>
                    </a:ext>
                  </a:extLst>
                </a:gridCol>
                <a:gridCol w="1150465">
                  <a:extLst>
                    <a:ext uri="{9D8B030D-6E8A-4147-A177-3AD203B41FA5}">
                      <a16:colId xmlns:a16="http://schemas.microsoft.com/office/drawing/2014/main" val="1081824274"/>
                    </a:ext>
                  </a:extLst>
                </a:gridCol>
                <a:gridCol w="1150465">
                  <a:extLst>
                    <a:ext uri="{9D8B030D-6E8A-4147-A177-3AD203B41FA5}">
                      <a16:colId xmlns:a16="http://schemas.microsoft.com/office/drawing/2014/main" val="963995916"/>
                    </a:ext>
                  </a:extLst>
                </a:gridCol>
                <a:gridCol w="1150465">
                  <a:extLst>
                    <a:ext uri="{9D8B030D-6E8A-4147-A177-3AD203B41FA5}">
                      <a16:colId xmlns:a16="http://schemas.microsoft.com/office/drawing/2014/main" val="2275845698"/>
                    </a:ext>
                  </a:extLst>
                </a:gridCol>
                <a:gridCol w="1150465">
                  <a:extLst>
                    <a:ext uri="{9D8B030D-6E8A-4147-A177-3AD203B41FA5}">
                      <a16:colId xmlns:a16="http://schemas.microsoft.com/office/drawing/2014/main" val="2459181699"/>
                    </a:ext>
                  </a:extLst>
                </a:gridCol>
                <a:gridCol w="1150465">
                  <a:extLst>
                    <a:ext uri="{9D8B030D-6E8A-4147-A177-3AD203B41FA5}">
                      <a16:colId xmlns:a16="http://schemas.microsoft.com/office/drawing/2014/main" val="2693982704"/>
                    </a:ext>
                  </a:extLst>
                </a:gridCol>
              </a:tblGrid>
              <a:tr h="654933"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extLst>
                  <a:ext uri="{0D108BD9-81ED-4DB2-BD59-A6C34878D82A}">
                    <a16:rowId xmlns:a16="http://schemas.microsoft.com/office/drawing/2014/main" val="3430913583"/>
                  </a:ext>
                </a:extLst>
              </a:tr>
              <a:tr h="654933"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extLst>
                  <a:ext uri="{0D108BD9-81ED-4DB2-BD59-A6C34878D82A}">
                    <a16:rowId xmlns:a16="http://schemas.microsoft.com/office/drawing/2014/main" val="2574412104"/>
                  </a:ext>
                </a:extLst>
              </a:tr>
              <a:tr h="654933"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 smtClean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extLst>
                  <a:ext uri="{0D108BD9-81ED-4DB2-BD59-A6C34878D82A}">
                    <a16:rowId xmlns:a16="http://schemas.microsoft.com/office/drawing/2014/main" val="110388537"/>
                  </a:ext>
                </a:extLst>
              </a:tr>
              <a:tr h="654933"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 smtClean="0"/>
                    </a:p>
                    <a:p>
                      <a:pPr algn="ctr" latinLnBrk="1"/>
                      <a:r>
                        <a:rPr lang="en-US" altLang="ko-KR" sz="1800" dirty="0" smtClean="0"/>
                        <a:t>0x123</a:t>
                      </a:r>
                      <a:endParaRPr lang="ko-KR" altLang="en-US" sz="18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extLst>
                  <a:ext uri="{0D108BD9-81ED-4DB2-BD59-A6C34878D82A}">
                    <a16:rowId xmlns:a16="http://schemas.microsoft.com/office/drawing/2014/main" val="1147826217"/>
                  </a:ext>
                </a:extLst>
              </a:tr>
              <a:tr h="654933"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800" dirty="0" smtClean="0"/>
                    </a:p>
                    <a:p>
                      <a:pPr algn="ctr" latinLnBrk="1"/>
                      <a:r>
                        <a:rPr lang="ko-KR" altLang="en-US" sz="1800" dirty="0" smtClean="0"/>
                        <a:t>사과</a:t>
                      </a:r>
                      <a:endParaRPr lang="en-US" altLang="ko-KR" sz="1800" dirty="0" smtClean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800" dirty="0" smtClean="0"/>
                    </a:p>
                    <a:p>
                      <a:pPr algn="ctr" latinLnBrk="1"/>
                      <a:r>
                        <a:rPr lang="ko-KR" altLang="en-US" sz="1800" dirty="0" smtClean="0"/>
                        <a:t>포도</a:t>
                      </a:r>
                      <a:endParaRPr lang="ko-KR" altLang="en-US" sz="18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800" dirty="0" smtClean="0"/>
                    </a:p>
                    <a:p>
                      <a:pPr algn="ctr" latinLnBrk="1"/>
                      <a:r>
                        <a:rPr lang="ko-KR" altLang="en-US" sz="1800" dirty="0" smtClean="0"/>
                        <a:t>수박</a:t>
                      </a:r>
                      <a:endParaRPr lang="ko-KR" altLang="en-US" sz="18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extLst>
                  <a:ext uri="{0D108BD9-81ED-4DB2-BD59-A6C34878D82A}">
                    <a16:rowId xmlns:a16="http://schemas.microsoft.com/office/drawing/2014/main" val="990319896"/>
                  </a:ext>
                </a:extLst>
              </a:tr>
              <a:tr h="654933"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extLst>
                  <a:ext uri="{0D108BD9-81ED-4DB2-BD59-A6C34878D82A}">
                    <a16:rowId xmlns:a16="http://schemas.microsoft.com/office/drawing/2014/main" val="3878533227"/>
                  </a:ext>
                </a:extLst>
              </a:tr>
              <a:tr h="654933"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0x123</a:t>
                      </a:r>
                      <a:endParaRPr lang="ko-KR" altLang="en-US" sz="1800" dirty="0" smtClean="0"/>
                    </a:p>
                    <a:p>
                      <a:pPr algn="ctr" latinLnBrk="1"/>
                      <a:endParaRPr lang="ko-KR" altLang="en-US" sz="18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300" dirty="0"/>
                    </a:p>
                  </a:txBody>
                  <a:tcPr marL="116484" marR="116484" marT="58243" marB="58243"/>
                </a:tc>
                <a:extLst>
                  <a:ext uri="{0D108BD9-81ED-4DB2-BD59-A6C34878D82A}">
                    <a16:rowId xmlns:a16="http://schemas.microsoft.com/office/drawing/2014/main" val="2442426468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5296097" y="1026062"/>
            <a:ext cx="1569651" cy="331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참조데이터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045912" y="0"/>
            <a:ext cx="5967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0" i="1" dirty="0" smtClean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fruits = ['</a:t>
            </a:r>
            <a:r>
              <a:rPr lang="ko-KR" altLang="en-US" b="0" i="1" dirty="0" smtClean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사과</a:t>
            </a:r>
            <a:r>
              <a:rPr lang="en-US" altLang="ko-KR" b="0" i="1" dirty="0" smtClean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ko-KR" altLang="en-US" b="0" i="1" dirty="0" smtClean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포도</a:t>
            </a:r>
            <a:r>
              <a:rPr lang="en-US" altLang="ko-KR" b="0" i="1" dirty="0" smtClean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ko-KR" altLang="en-US" b="0" i="1" dirty="0" smtClean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수박</a:t>
            </a:r>
            <a:r>
              <a:rPr lang="en-US" altLang="ko-KR" b="0" i="1" dirty="0" smtClean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',]</a:t>
            </a:r>
            <a:endParaRPr lang="ko-KR" alt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837361" y="5242919"/>
            <a:ext cx="1077238" cy="288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Dot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857566" y="3254248"/>
            <a:ext cx="1077238" cy="288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fruits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5296099" y="3888334"/>
            <a:ext cx="1077238" cy="288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0x123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6438863" y="3872836"/>
            <a:ext cx="1077238" cy="288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0x124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3045912" y="369332"/>
            <a:ext cx="5967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i="1" dirty="0" smtClean="0">
                <a:solidFill>
                  <a:srgbClr val="AAAAAA"/>
                </a:solidFill>
                <a:latin typeface="Consolas" panose="020B0609020204030204" pitchFamily="49" charset="0"/>
              </a:rPr>
              <a:t>Dot = fruit</a:t>
            </a:r>
            <a:endParaRPr lang="ko-KR" alt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598070" y="3891156"/>
            <a:ext cx="1077238" cy="288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0x125</a:t>
            </a:r>
            <a:endParaRPr lang="ko-KR" altLang="en-US" dirty="0"/>
          </a:p>
        </p:txBody>
      </p:sp>
      <p:cxnSp>
        <p:nvCxnSpPr>
          <p:cNvPr id="20" name="꺾인 연결선 19"/>
          <p:cNvCxnSpPr/>
          <p:nvPr/>
        </p:nvCxnSpPr>
        <p:spPr>
          <a:xfrm>
            <a:off x="2963325" y="3398297"/>
            <a:ext cx="2332774" cy="63408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8" idx="3"/>
          </p:cNvCxnSpPr>
          <p:nvPr/>
        </p:nvCxnSpPr>
        <p:spPr>
          <a:xfrm flipV="1">
            <a:off x="2914599" y="4160934"/>
            <a:ext cx="2381500" cy="12260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73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46</Words>
  <Application>Microsoft Office PowerPoint</Application>
  <PresentationFormat>와이드스크린</PresentationFormat>
  <Paragraphs>37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10</cp:revision>
  <dcterms:created xsi:type="dcterms:W3CDTF">2026-05-15T00:10:17Z</dcterms:created>
  <dcterms:modified xsi:type="dcterms:W3CDTF">2026-05-15T07:02:57Z</dcterms:modified>
</cp:coreProperties>
</file>